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5760"/>
            <a:ext cx="7406640" cy="6126480"/>
          </a:xfrm>
          <a:prstGeom prst="rect">
            <a:avLst/>
          </a:prstGeom>
          <a:solidFill>
            <a:srgbClr val="051A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48640"/>
            <a:ext cx="411480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6692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🌿  CLAUDE BASED HACKATHON  •  CUTM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97280"/>
            <a:ext cx="7132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AI-Assisted Precision Nutrient
&amp; Water Management
in 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3192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B6D4"/>
                </a:solidFill>
              </a:rPr>
              <a:t>Powered by Machine Learning &amp; Gemini AI  |  FarmGuru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526280"/>
            <a:ext cx="694944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FCE7"/>
                </a:solidFill>
              </a:rPr>
              <a:t>Prepared by: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4748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◆  V. Harish       (240101120077)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94959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◆  T. Himagiri     (240101120107)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742431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◆  B. Hemanth    (240101120091)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89904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  ◆  M. Jayanth     (240101120108)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65760"/>
            <a:ext cx="3749039" cy="6126480"/>
          </a:xfrm>
          <a:prstGeom prst="rect">
            <a:avLst/>
          </a:prstGeom>
          <a:solidFill>
            <a:srgbClr val="0A25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548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🏆  Event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005840"/>
            <a:ext cx="34747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09728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📅  Aug 18th &amp; 19th,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40817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🏫  Centurion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1907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  of Technology &amp;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029967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  Management, Odisha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34086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65176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🤝  Organized by: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96265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  IEEE  •  IIC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27355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58444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🎯  Theme: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89534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  Code · Innovate ·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0624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51713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⚙️   Tech Stack: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82803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  React  •  FastAPI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13892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  Gemini AI  •  Supabase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44982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  scikit-learn  •  Python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0" y="6601968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FarmGuru  •  Smart Agriculture Platform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Software Requirements Specification (SRS)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FCE7"/>
                </a:solidFill>
              </a:rPr>
              <a:t>FarmGuru — AI-Powered Soil &amp; Water Management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949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612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Functional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002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FR-01  Users input N, P, K &amp; Moisture values via web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574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FR-02  ML model predicts recommended crop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146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FR-03  Soil health score (0–100%) computed by AI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9718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FR-04  System calculates additional water requirement (mm)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4290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FR-05  Gemini 2.5 Flash generates detailed text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8862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FR-06  All analyses stored in Supabase cloud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3434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FR-07  Dashboard shows trend graphs &amp; average NPK 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6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FR-08  AI chatbot answers farming queries with suggestions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2578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FR-09  Light / Dark theme toggle available site-wide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7150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FR-10  History table displays all past soil analyses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143000"/>
            <a:ext cx="5394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143000"/>
            <a:ext cx="539496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1612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Non-Functional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6184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NFR-01  Response time &lt; 3 sec for ML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11226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NFR-02  AI chat streaming response within 5 seconds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606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NFR-03  System supports concurrent multi-user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09981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✔  NFR-04  API keys secured via .env (not in codebase)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611880"/>
            <a:ext cx="5394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3611880"/>
            <a:ext cx="5394960" cy="4114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6301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System &amp; Tech Requirements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▶  Frontend  :  React (Vite) + Tailwind CSS + Recharts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4453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▶  Backend   :  Python FastAPI + Uvicorn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48371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▶  AI Model  :  Google Gemini 2.5 Flash (streaming SSE)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52212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▶  ML Models:  scikit-learn (crop + farm analytics .pkl)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6052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▶  Database  :  Supabase (PostgreSQL cloud)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5989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▶  Hosting   :  Local (port 5173 / 8000), GitHub repo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0" y="6601968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FarmGuru  •  Smart Agriculture Platform  •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Entity-Relationship (ER)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FCE7"/>
                </a:solidFill>
              </a:rPr>
              <a:t>FarmGuru — Data Model &amp;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167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64207"/>
            <a:ext cx="27432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00784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4ED8"/>
                </a:solidFill>
              </a:rPr>
              <a:t>  🔑 user_id (PK)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29967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5915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8833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role (farmer/admin)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05840"/>
            <a:ext cx="365760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0424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SOIL_ANALYSIS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389888"/>
            <a:ext cx="3657600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426464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4ED8"/>
                </a:solidFill>
              </a:rPr>
              <a:t>  🔑 id (PK)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75564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user_id (FK)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08483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nitrogen (mg/kg)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41401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phosphorus (mg/kg)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74320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potassium (mg/kg)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72384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moisture (%)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0156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recommended_crop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73075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health_score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059935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water_needed (mm)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38912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condition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718304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created_at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1280160"/>
            <a:ext cx="32918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13167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AI_RECOMMENDATION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1664207"/>
            <a:ext cx="329184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170078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4ED8"/>
                </a:solidFill>
              </a:rPr>
              <a:t>  🔑 rec_id (PK)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029967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analysis_id (FK)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35915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content (text)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268833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created_at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14800"/>
            <a:ext cx="32918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1513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CHAT_LOG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498848"/>
            <a:ext cx="3291840" cy="1645919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53542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4ED8"/>
                </a:solidFill>
              </a:rPr>
              <a:t>  🔑 chat_id (PK)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486460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user_id (FK)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message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552297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85216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timestamp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4114800"/>
            <a:ext cx="32918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415137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DASHBOARD_STATS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4498848"/>
            <a:ext cx="329184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453542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4ED8"/>
                </a:solidFill>
              </a:rPr>
              <a:t>  🔑 stat_id (PK)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86460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user_id (FK)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519379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total_analyses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552297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avg_health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585216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avg_npk_n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618134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avg_npk_p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651052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  avg_npk_k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2331720"/>
            <a:ext cx="1463040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360" y="23682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 : N  submits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0" y="2331720"/>
            <a:ext cx="1463040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09560" y="23682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 : N  generates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4754880"/>
            <a:ext cx="1463040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80360" y="479145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 : N  chats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4754880"/>
            <a:ext cx="1463040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60920" y="479145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 : 1  aggregates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6035040"/>
            <a:ext cx="11430000" cy="475488"/>
          </a:xfrm>
          <a:prstGeom prst="rect">
            <a:avLst/>
          </a:prstGeom>
          <a:solidFill>
            <a:srgbClr val="DCFCE7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A34A"/>
                </a:solidFill>
              </a:rPr>
              <a:t>  🔑 = Primary Key   |   FK = Foreign Key   |   Supabase PostgreSQL stores all entities   |   Analysis is the central entity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0" y="6601968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FarmGuru  •  Smart Agriculture Platform  •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Frontend — User Interface (React + Vite + Tailwind CSS)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FCE7"/>
                </a:solidFill>
              </a:rPr>
              <a:t>Live FarmGuru Web Application  |  Light Theme  |  Full Responsive Design</a:t>
            </a:r>
          </a:p>
        </p:txBody>
      </p:sp>
      <p:pic>
        <p:nvPicPr>
          <p:cNvPr id="6" name="Picture 5" descr="media_17871321143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75320" y="1097280"/>
            <a:ext cx="361188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1704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🌿  Analysis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55448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4 inputs: N, P, K,
Moisture with
colored unit badges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2423160"/>
            <a:ext cx="361188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4963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📊 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88036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Live Recharts graphs
from Supabase
(trend + NPK avg)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3749039"/>
            <a:ext cx="361188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8221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🤖  AI Chatbot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20624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Gemini streaming
responses + clickable
suggestion pills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5074920"/>
            <a:ext cx="361188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5148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🌓  Themes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53212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Light / Dark mode
with one-click
toggle in navbar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601968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FarmGuru  •  Smart Agriculture Platform  •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Backend — FastAPI + Python + ML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FCE7"/>
                </a:solidFill>
              </a:rPr>
              <a:t>main.py  |  prediction.py  |  Gemini AI  |  Supabase Integration</a:t>
            </a:r>
          </a:p>
        </p:txBody>
      </p:sp>
      <p:pic>
        <p:nvPicPr>
          <p:cNvPr id="6" name="Picture 5" descr="media_17871322066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35240" y="1097280"/>
            <a:ext cx="42519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54112" y="117043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⚡ 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1554480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High-performance Python
web framework
(Async + CORS ready)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423160"/>
            <a:ext cx="42519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249631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🧠  ML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80360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crop_recommender.pkl
farm_analytics.pkl
(scikit-learn 1.9)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3749039"/>
            <a:ext cx="42519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3822191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✨  Gemini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4206240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gemini-2.5-flash
SSE streaming chat
&amp; soil advice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5074920"/>
            <a:ext cx="42519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2" y="514807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🗄️  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5532120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PostgreSQL cloud DB
Auto-logs analyses
history &amp; stats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601968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FarmGuru  •  Smart Agriculture Platform  •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731520"/>
            <a:ext cx="9445752" cy="5120640"/>
          </a:xfrm>
          <a:prstGeom prst="rect">
            <a:avLst/>
          </a:prstGeom>
          <a:solidFill>
            <a:srgbClr val="051A30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868680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</a:rPr>
              <a:t>🌿  FarmGuru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AI-Assisted Precision Nutrient &amp;
Water Management in Agriculture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468880"/>
            <a:ext cx="670255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06040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Successfully built an end-to-end AI + ML powered soil analysis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35808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Integrated Gemini 2.5 Flash for real-time streaming agricultural advice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65576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Supabase cloud database captures every analysis for historical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95344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Farmer-friendly UI with clickable AI suggestions (accessibility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325112"/>
            <a:ext cx="8869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Full Light / Dark theme with responsive design across all devices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4800600"/>
            <a:ext cx="67025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93776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🙏  Thank You!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44068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EFBFF"/>
                </a:solidFill>
              </a:rPr>
              <a:t>We look forward to your valuable feedback.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80644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EFAC"/>
                </a:solidFill>
              </a:rPr>
              <a:t>V. Harish (077)   ·   T. Himagiri (107)   ·   B. Hemanth (091)   ·   M. Jayanth (108)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601968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FarmGuru  •  Smart Agriculture Platform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